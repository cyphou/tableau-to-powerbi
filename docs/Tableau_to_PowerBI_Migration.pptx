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Tableau →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2C811"/>
                </a:solidFill>
              </a:rPr>
              <a:t>Automated Migration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Migrate .twb/.twbx workbooks to .pbip projects — fully automated, zero manual rework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6,831
Tests Passed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0088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180+
DAX 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118+
Visual 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1464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42
Data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17152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100%
Fidelity (27/27 WB)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Migration Pipeline — 2-Step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286000" cy="146304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Tableau Source
.twb / .twbx / .tds
Prep flows (.tfl)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🔍 EXTRACT
Parse XML → 17 JSON
files (worksheets,
calcs, datasources…)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⚙️ GENERATE
TMDL Semantic Model
PBIR v4.0 Report
Power Query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286000" cy="146304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📊 Power BI
.pbip project
Open in PBI Desktop
(Dec 2025+)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05E5C"/>
                </a:solidFill>
              </a:rPr>
              <a:t>↓  optional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931920"/>
            <a:ext cx="2286000" cy="91440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292E"/>
                </a:solidFill>
              </a:rPr>
              <a:t>🚀 Deploy to PBI Service / Fabric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578"/>
                </a:solidFill>
              </a:rPr>
              <a:t>17 Extracted Object Types: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worksheets • dashboards • datasources • calculations • parameters •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stories • actions • sets • groups • bins • hierarchies • sort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aliases • custom SQL • user filters (→ RLS) • hyper file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🏭 Fabric Mode
Lakehouse + Dataflow
Notebook + DirectLake
+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--output-format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🔄 Complete Extraction
20 object types from .twb/.twbx
Prep flows, Hyper files, Server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2801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🧮 180+ DAX Conversions
LOD, table calcs, RANK, WINDOW
cross-table RELATED/LOOKUPVALUE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📊 118+ Visual Types
Bar, line, map, treemap, Sankey
combo, gauge, word cloud,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🔌 42 Data Connectors
SQL Server, Snowflake, BigQuery
Databricks, Oracle, Excel, CSV…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🧠 Smart Semantic Model
Calendar, hierarchies, calc groups
field params, RLS, perspectives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8803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⚡ DAX Optimizer
IF→SWITCH, COALESCE, constant
folding, Time Intelligence inject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803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🔗 Shared Semantic Model
Multi-WB merge, fingerprint match
Jaccard scoring, thin 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🔍 QA Suite &amp; Auto-Fix
17 auto-fix patterns, governance
lineage map, comparison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🏭 Fabric-Native Output
Lakehouse, Dataflow Gen2, PySpark
DirectLake, Data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🚀 Deploy Anywhere
PBI Service, Fabric, gateway
bundle deploy, multi-tenant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4805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📈 Assessment &amp; Strategy
9-category readiness scoring
Import/DQ/Composite advisor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🔗 Lineage Map
Object traceability: source→target
flow diagrams, HTML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180+ DAX Conversions —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64592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188720"/>
            <a:ext cx="41148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DAX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Fixed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69164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{FIXED [customer] : SUM([qty])}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CALCULATE(SUM([qty]),
  ALLEXCEPT('T','T'[customer]))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Exclude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33172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{EXCLUDE [channel] : SUM([rev])}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CALCULATE(SUM([rev]),
  REMOVEFILTERS('T'[channel]))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Iterator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297180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SUM(IF [status]="OK" THEN [qty])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7180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SUMX('Tbl',
  IF([status]="OK", [qty], 0))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Table Calc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61188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RUNNING_SUM(SUM([sales]))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61188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CALCULATE(SUM([sales]),
  FILTER(ALL('T'),…))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5196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Rank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25196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RANK(SUM([revenue]))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5196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RANKX(ALL('T'),
  SUM('T'[revenue]))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9204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Cross-Table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489204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[col] from other 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89204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RELATED('Other'[col]) or
  LOOKUPVALUE(…)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3212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3120" y="553212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USERNAME()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53212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USERPRINCIPALNAME()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17220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Null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03120" y="617220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ISNULL / ZN / IFNULL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617220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ISBLANK / IF(ISBLANK,…)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Lineage Map — Source-to-Target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</a:rPr>
              <a:t>Every migration produces lineage_map.json — visualized in the HTML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286000" cy="118872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
Datasource.Table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828800"/>
            <a:ext cx="2286000" cy="118872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Calculations
(formulas)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286000" cy="11887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PBI Semantic Model
(tables, measures,
relationships)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286000" cy="11887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Report Pages
(visuals, filters)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256032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📦 Tables
Tableau datasource.table
→ PBI table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3657600"/>
            <a:ext cx="256032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🧮 Calculations
Tableau calc formula
→ PBI measure/column + 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3657600"/>
            <a:ext cx="256032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🔗 Relationships
From Table[Col]
→ To Table[Col] + cardinality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3657600"/>
            <a:ext cx="256032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📊 Worksheets
Tableau worksheet name
→ PBI report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</a:rPr>
              <a:t>HTML Dashboard: searchable/sortable tables per category • flow diagrams • stat cards • multi-workbook aggregation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Shared Semantic Model — Multi-Workbook Merge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1554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4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9319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828800"/>
            <a:ext cx="2560320" cy="1828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🔗 MERGE
Fingerprint matching
Jaccard scoring
Conflict 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2560320" cy="109728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📦 Shared
Semantic Model
(ONE model)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18872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A (thin)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9456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B (thin)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20040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C (thin)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byPath → SharedModel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SHA-256 fingerprint-based table matching across workbooks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Jaccard column overlap scoring (0–100 merge score)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Measure, column, relationship deduplication &amp; conflict resolution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Global assessment: pairwise merge scoring + BFS clustering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Bundle deployment: shared model + thin reports → Fabric workspace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Migration Results — 27/27 Workbooks at 100% Fidelity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27/27
Workbooks
Succeeded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188720"/>
            <a:ext cx="2011680" cy="137160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0
Failed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100%
Average
Fidelity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188720"/>
            <a:ext cx="201168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6,831
Tests
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1188720"/>
            <a:ext cx="201168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0
Test
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Tableau Samples (10 workbooks)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Customer_Analysi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34747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Financial_Report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4747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Global_Superstor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0" y="34747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HR_Dashboard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34747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Marketing_Analyt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Sales_Dashboard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9319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Sales_Performanc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39319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Supply_Chain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39319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Tech_Support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31920"/>
            <a:ext cx="1005840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Ventes_France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Real-World Workbooks (17 workbooks)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Cache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RESTAPISample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SampleDS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SampleWB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TABLEAU_10_TWB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34747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TABLEAU_10_TWBX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datasource_test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ephemeral_field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feedback_dashboa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filtering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4984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global_superstor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201400" y="39319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multiple_connect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43891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nba_player_stats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43891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sample-superstor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3891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shapes_test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43891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superstore_sales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49840" y="4389120"/>
            <a:ext cx="987552" cy="3657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07C10"/>
                </a:solidFill>
              </a:rPr>
              <a:t>vishnu_dashboard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7C10"/>
                </a:solidFill>
              </a:rPr>
              <a:t>All 27 workbooks migrated at 100% fidelity — zero errors, zero manual intervention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Post-Migration Automation &amp; QA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Validate
(.pbip JSON/TMDL)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2011680" cy="109728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Auto-Fix
(17 DAX patterns)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371600"/>
            <a:ext cx="2011680" cy="109728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Governance
(naming, PII,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Compare
(Tableau vs PBI)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371600"/>
            <a:ext cx="2011680" cy="10972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qa_report.json
(pass/fail/score)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python migrate.py workbook.twbx --qa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🔧 Validator Auto-Fix
17 Tableau→DAX leak patterns:
ISNULL→ISBLANK, ZN→IF(ISBLANK),
ELSEIF→IF, ==→=, or→||, and→&amp;&amp;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📜 RLS PowerShell
Auto-generate .ps1 scripts for
Azure AD RLS role assignment
via Power BI 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🔑 Credential Template
JSON placeholder file for each
datasource connection — ready
for DevOps pipeline injection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🔗 Lineage Map
lineage_map.json tracks every
object: tables, calcs, rels,
worksheets → HTML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Testing &amp; CI/CD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011680" cy="128016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🔍 Lint
flake8 + ruff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188720"/>
            <a:ext cx="2011680" cy="128016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🧪 Test
6,831 tests
Py 3.9–3.14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2011680" cy="12801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✅ Validate
Strict .twbx
migrations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188720"/>
            <a:ext cx="2011680" cy="128016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292E"/>
                </a:solidFill>
              </a:rPr>
              <a:t>📦 Staging
Fabric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188720"/>
            <a:ext cx="2011680" cy="12801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🚀 Production
Manual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Test Suite Breakdown (141 files):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2860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291840"/>
            <a:ext cx="13716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3291840"/>
            <a:ext cx="41148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Coverage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DAX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657600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168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657600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Edge cases across all DAX 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41648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041648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145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041648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TMDL/PBIR generation edge cases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25696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M Query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425696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102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4425696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Power Query M, 40+ transforms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09744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Semantic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809744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92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4809744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Calendar, TMDL, hierarchies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93792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Visual Generator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5193792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65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0" y="5193792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118+ types, sync, buttons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77840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Real-World E2E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577840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63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5577840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End-to-end sample migrations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61888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Automation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0" y="5961888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64 tests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5961888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Auto-fix, lineage, QA, governance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345936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+ 134 more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6345936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6,031 tests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0" y="6345936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Sprint, coverage, wizard, telemetry…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1.  Open the generated .pbip in Power BI Desktop (Developer Mode)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2.  Configure data source credentials in Power Query Editor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3.  Verify DAX measures and relationships in Model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49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4.  Compare visuals side-by-side with original Tableau workbook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5.  Run --qa for automated quality assurance + auto-fix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6.  Deploy to Power BI Service or Microsoft Fabric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5486400"/>
            <a:ext cx="8229600" cy="6400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2C811"/>
                </a:solidFill>
              </a:rPr>
              <a:t>python migrate.py your_workbook.twbx --qa --deploy WORKSPACE_ID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